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Agenda for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Results for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Next steps for slide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