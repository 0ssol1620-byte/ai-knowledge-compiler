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Bottom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Middle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Top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