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분기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Résumé — 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