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3657600" cy="2560320"/>
            <a:chOff x="914400" y="914400"/>
            <a:chExt cx="3657600" cy="256032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Outer first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914400" y="1828800"/>
              <a:ext cx="3657600" cy="1645920"/>
              <a:chOff x="914400" y="1828800"/>
              <a:chExt cx="3657600" cy="1645920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914400" y="1828800"/>
                <a:ext cx="36576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800"/>
                  <a:t>Inner one</a:t>
                </a: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914400" y="2743200"/>
                <a:ext cx="36576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800"/>
                  <a:t>Inner two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