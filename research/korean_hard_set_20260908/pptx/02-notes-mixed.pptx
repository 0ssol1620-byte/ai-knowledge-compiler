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지연된 두 건의 계약을 언급할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Roadmap 로드맵 2026 H1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P0: 커넥터 · P1: 온톨로지 · P2: MCP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