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2026년 1분기 검토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맑은 고딕"/>
              </a:rPr>
              <a:t>모든 지역에서 매출이 늘었습니다.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